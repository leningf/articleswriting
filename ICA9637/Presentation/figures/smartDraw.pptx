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009EBE-4F7B-469E-82CB-E98F8EDEC5F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D32C13-2549-4084-BA53-EE52AFC0D31B}">
      <dgm:prSet phldrT="[Text]"/>
      <dgm:spPr/>
      <dgm:t>
        <a:bodyPr/>
        <a:lstStyle/>
        <a:p>
          <a:r>
            <a:rPr lang="en-US" dirty="0" err="1"/>
            <a:t>SQuAD</a:t>
          </a:r>
          <a:r>
            <a:rPr lang="en-US" dirty="0"/>
            <a:t> Dataset Generation</a:t>
          </a:r>
        </a:p>
      </dgm:t>
    </dgm:pt>
    <dgm:pt modelId="{48A34FC7-075D-49FA-968E-D8D4382921DA}" type="parTrans" cxnId="{42081F6E-E042-46C8-A1D7-30DD3F1B20F9}">
      <dgm:prSet/>
      <dgm:spPr/>
      <dgm:t>
        <a:bodyPr/>
        <a:lstStyle/>
        <a:p>
          <a:endParaRPr lang="en-US"/>
        </a:p>
      </dgm:t>
    </dgm:pt>
    <dgm:pt modelId="{98948DD1-D92E-489A-9D8E-81B4B42A0C95}" type="sibTrans" cxnId="{42081F6E-E042-46C8-A1D7-30DD3F1B20F9}">
      <dgm:prSet/>
      <dgm:spPr/>
      <dgm:t>
        <a:bodyPr/>
        <a:lstStyle/>
        <a:p>
          <a:endParaRPr lang="en-US"/>
        </a:p>
      </dgm:t>
    </dgm:pt>
    <dgm:pt modelId="{71E39ACA-7BC2-43BC-84B0-D5429FC54844}">
      <dgm:prSet phldrT="[Text]"/>
      <dgm:spPr/>
      <dgm:t>
        <a:bodyPr/>
        <a:lstStyle/>
        <a:p>
          <a:r>
            <a:rPr lang="en-US" dirty="0"/>
            <a:t>Llam3B instruct GAI</a:t>
          </a:r>
        </a:p>
      </dgm:t>
    </dgm:pt>
    <dgm:pt modelId="{4C0D37E7-4AE0-43C9-8552-2933EF2F350E}" type="parTrans" cxnId="{720D8B46-F541-4980-BEC0-C20A470C9CCB}">
      <dgm:prSet/>
      <dgm:spPr/>
      <dgm:t>
        <a:bodyPr/>
        <a:lstStyle/>
        <a:p>
          <a:endParaRPr lang="en-US"/>
        </a:p>
      </dgm:t>
    </dgm:pt>
    <dgm:pt modelId="{F4D39FBD-F8AD-4AD0-8796-724199B46EF2}" type="sibTrans" cxnId="{720D8B46-F541-4980-BEC0-C20A470C9CCB}">
      <dgm:prSet/>
      <dgm:spPr/>
      <dgm:t>
        <a:bodyPr/>
        <a:lstStyle/>
        <a:p>
          <a:endParaRPr lang="en-US"/>
        </a:p>
      </dgm:t>
    </dgm:pt>
    <dgm:pt modelId="{DAC58892-CBD0-4635-82E8-FE1150C7296D}">
      <dgm:prSet phldrT="[Text]"/>
      <dgm:spPr/>
      <dgm:t>
        <a:bodyPr/>
        <a:lstStyle/>
        <a:p>
          <a:r>
            <a:rPr lang="en-US" dirty="0"/>
            <a:t>Baseline Model</a:t>
          </a:r>
        </a:p>
      </dgm:t>
    </dgm:pt>
    <dgm:pt modelId="{A71F7494-0B1F-4833-851D-51AD5FCE91E2}" type="parTrans" cxnId="{434A7C19-1701-4B15-8C35-3C90D7F14766}">
      <dgm:prSet/>
      <dgm:spPr/>
      <dgm:t>
        <a:bodyPr/>
        <a:lstStyle/>
        <a:p>
          <a:endParaRPr lang="en-US"/>
        </a:p>
      </dgm:t>
    </dgm:pt>
    <dgm:pt modelId="{477DF361-E4C0-48A4-A747-4279314C9533}" type="sibTrans" cxnId="{434A7C19-1701-4B15-8C35-3C90D7F14766}">
      <dgm:prSet/>
      <dgm:spPr/>
      <dgm:t>
        <a:bodyPr/>
        <a:lstStyle/>
        <a:p>
          <a:endParaRPr lang="en-US"/>
        </a:p>
      </dgm:t>
    </dgm:pt>
    <dgm:pt modelId="{9780E814-5070-48B0-9EBC-E5BF7BA9E639}">
      <dgm:prSet phldrT="[Text]"/>
      <dgm:spPr/>
      <dgm:t>
        <a:bodyPr/>
        <a:lstStyle/>
        <a:p>
          <a:r>
            <a:rPr lang="en-US" dirty="0"/>
            <a:t>BETO for QA</a:t>
          </a:r>
        </a:p>
      </dgm:t>
    </dgm:pt>
    <dgm:pt modelId="{439EE4A1-0755-4CD0-93FE-013346681CD9}" type="parTrans" cxnId="{7CC0BA7D-EF35-4058-893E-F45AA0516A93}">
      <dgm:prSet/>
      <dgm:spPr/>
      <dgm:t>
        <a:bodyPr/>
        <a:lstStyle/>
        <a:p>
          <a:endParaRPr lang="en-US"/>
        </a:p>
      </dgm:t>
    </dgm:pt>
    <dgm:pt modelId="{4DB8F6EE-DBE1-42FB-B28C-528655E9137E}" type="sibTrans" cxnId="{7CC0BA7D-EF35-4058-893E-F45AA0516A93}">
      <dgm:prSet/>
      <dgm:spPr/>
      <dgm:t>
        <a:bodyPr/>
        <a:lstStyle/>
        <a:p>
          <a:endParaRPr lang="en-US"/>
        </a:p>
      </dgm:t>
    </dgm:pt>
    <dgm:pt modelId="{B641AB0C-9723-4E90-BA09-C0DAB4A3D9D3}">
      <dgm:prSet phldrT="[Text]"/>
      <dgm:spPr/>
      <dgm:t>
        <a:bodyPr/>
        <a:lstStyle/>
        <a:p>
          <a:r>
            <a:rPr lang="en-US" dirty="0"/>
            <a:t>Fine Tuning</a:t>
          </a:r>
        </a:p>
      </dgm:t>
    </dgm:pt>
    <dgm:pt modelId="{9B4B1686-4CE9-4226-903C-79134F8BB1F6}" type="parTrans" cxnId="{34EFEDAE-2328-4751-AAF9-F607106E9603}">
      <dgm:prSet/>
      <dgm:spPr/>
      <dgm:t>
        <a:bodyPr/>
        <a:lstStyle/>
        <a:p>
          <a:endParaRPr lang="en-US"/>
        </a:p>
      </dgm:t>
    </dgm:pt>
    <dgm:pt modelId="{62545161-DF2E-4AA1-B092-CF3462ED7560}" type="sibTrans" cxnId="{34EFEDAE-2328-4751-AAF9-F607106E9603}">
      <dgm:prSet/>
      <dgm:spPr/>
      <dgm:t>
        <a:bodyPr/>
        <a:lstStyle/>
        <a:p>
          <a:endParaRPr lang="en-US"/>
        </a:p>
      </dgm:t>
    </dgm:pt>
    <dgm:pt modelId="{70B3EEAA-199B-4E5F-9381-4185BD64A66B}">
      <dgm:prSet phldrT="[Text]"/>
      <dgm:spPr/>
      <dgm:t>
        <a:bodyPr/>
        <a:lstStyle/>
        <a:p>
          <a:r>
            <a:rPr lang="en-US" dirty="0"/>
            <a:t>Adapt Model to Real Documents</a:t>
          </a:r>
        </a:p>
      </dgm:t>
    </dgm:pt>
    <dgm:pt modelId="{D78DD07B-BDB6-4AA6-9E33-0DB86134B69C}" type="parTrans" cxnId="{E87AF151-10F1-455A-A529-5FC890F328A1}">
      <dgm:prSet/>
      <dgm:spPr/>
      <dgm:t>
        <a:bodyPr/>
        <a:lstStyle/>
        <a:p>
          <a:endParaRPr lang="en-US"/>
        </a:p>
      </dgm:t>
    </dgm:pt>
    <dgm:pt modelId="{2E110FB8-84D2-44AC-BC1D-8774034B62E5}" type="sibTrans" cxnId="{E87AF151-10F1-455A-A529-5FC890F328A1}">
      <dgm:prSet/>
      <dgm:spPr/>
      <dgm:t>
        <a:bodyPr/>
        <a:lstStyle/>
        <a:p>
          <a:endParaRPr lang="en-US"/>
        </a:p>
      </dgm:t>
    </dgm:pt>
    <dgm:pt modelId="{63FCB762-5D9C-4F9C-B824-97E12B614F6C}" type="pres">
      <dgm:prSet presAssocID="{BE009EBE-4F7B-469E-82CB-E98F8EDEC5F3}" presName="rootnode" presStyleCnt="0">
        <dgm:presLayoutVars>
          <dgm:chMax/>
          <dgm:chPref/>
          <dgm:dir/>
          <dgm:animLvl val="lvl"/>
        </dgm:presLayoutVars>
      </dgm:prSet>
      <dgm:spPr/>
    </dgm:pt>
    <dgm:pt modelId="{637A102B-4DB6-493E-B6ED-10CF71474AF9}" type="pres">
      <dgm:prSet presAssocID="{7FD32C13-2549-4084-BA53-EE52AFC0D31B}" presName="composite" presStyleCnt="0"/>
      <dgm:spPr/>
    </dgm:pt>
    <dgm:pt modelId="{FB7C3104-ABEB-4238-9A09-8E9C32F59628}" type="pres">
      <dgm:prSet presAssocID="{7FD32C13-2549-4084-BA53-EE52AFC0D31B}" presName="bentUpArrow1" presStyleLbl="alignImgPlace1" presStyleIdx="0" presStyleCnt="2"/>
      <dgm:spPr/>
    </dgm:pt>
    <dgm:pt modelId="{CF820A88-E833-4418-B8BE-8B2D3497D2FC}" type="pres">
      <dgm:prSet presAssocID="{7FD32C13-2549-4084-BA53-EE52AFC0D31B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BC43C2D5-4D44-4C47-BBF9-36BBDCE701DF}" type="pres">
      <dgm:prSet presAssocID="{7FD32C13-2549-4084-BA53-EE52AFC0D31B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3A000393-28FA-4A69-A689-095469712C62}" type="pres">
      <dgm:prSet presAssocID="{98948DD1-D92E-489A-9D8E-81B4B42A0C95}" presName="sibTrans" presStyleCnt="0"/>
      <dgm:spPr/>
    </dgm:pt>
    <dgm:pt modelId="{0109BF31-D617-4AB4-A63E-5F5C3D153BAC}" type="pres">
      <dgm:prSet presAssocID="{DAC58892-CBD0-4635-82E8-FE1150C7296D}" presName="composite" presStyleCnt="0"/>
      <dgm:spPr/>
    </dgm:pt>
    <dgm:pt modelId="{A286B33F-3739-43EF-A98F-170793F706EB}" type="pres">
      <dgm:prSet presAssocID="{DAC58892-CBD0-4635-82E8-FE1150C7296D}" presName="bentUpArrow1" presStyleLbl="alignImgPlace1" presStyleIdx="1" presStyleCnt="2"/>
      <dgm:spPr/>
    </dgm:pt>
    <dgm:pt modelId="{7E97E6FE-8ABE-42DE-B106-0D86F6D872AC}" type="pres">
      <dgm:prSet presAssocID="{DAC58892-CBD0-4635-82E8-FE1150C7296D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E76DD36B-E8D8-4284-AC21-ECAA561E1079}" type="pres">
      <dgm:prSet presAssocID="{DAC58892-CBD0-4635-82E8-FE1150C7296D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A2EA8A5F-8344-462F-92FA-1FA85B868A06}" type="pres">
      <dgm:prSet presAssocID="{477DF361-E4C0-48A4-A747-4279314C9533}" presName="sibTrans" presStyleCnt="0"/>
      <dgm:spPr/>
    </dgm:pt>
    <dgm:pt modelId="{BABBC4D3-BB3B-4693-813A-AC460E0E3868}" type="pres">
      <dgm:prSet presAssocID="{B641AB0C-9723-4E90-BA09-C0DAB4A3D9D3}" presName="composite" presStyleCnt="0"/>
      <dgm:spPr/>
    </dgm:pt>
    <dgm:pt modelId="{0F7C5AAD-50B8-4399-A0D2-5DB5BBD3B097}" type="pres">
      <dgm:prSet presAssocID="{B641AB0C-9723-4E90-BA09-C0DAB4A3D9D3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53F2EDE7-7614-49BA-A99D-218D2A8584FA}" type="pres">
      <dgm:prSet presAssocID="{B641AB0C-9723-4E90-BA09-C0DAB4A3D9D3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C793217-6217-4EAA-86BC-BCC6C639C07E}" type="presOf" srcId="{9780E814-5070-48B0-9EBC-E5BF7BA9E639}" destId="{E76DD36B-E8D8-4284-AC21-ECAA561E1079}" srcOrd="0" destOrd="0" presId="urn:microsoft.com/office/officeart/2005/8/layout/StepDownProcess"/>
    <dgm:cxn modelId="{434A7C19-1701-4B15-8C35-3C90D7F14766}" srcId="{BE009EBE-4F7B-469E-82CB-E98F8EDEC5F3}" destId="{DAC58892-CBD0-4635-82E8-FE1150C7296D}" srcOrd="1" destOrd="0" parTransId="{A71F7494-0B1F-4833-851D-51AD5FCE91E2}" sibTransId="{477DF361-E4C0-48A4-A747-4279314C9533}"/>
    <dgm:cxn modelId="{25824960-5238-43E2-A102-A540D748AE1C}" type="presOf" srcId="{BE009EBE-4F7B-469E-82CB-E98F8EDEC5F3}" destId="{63FCB762-5D9C-4F9C-B824-97E12B614F6C}" srcOrd="0" destOrd="0" presId="urn:microsoft.com/office/officeart/2005/8/layout/StepDownProcess"/>
    <dgm:cxn modelId="{720D8B46-F541-4980-BEC0-C20A470C9CCB}" srcId="{7FD32C13-2549-4084-BA53-EE52AFC0D31B}" destId="{71E39ACA-7BC2-43BC-84B0-D5429FC54844}" srcOrd="0" destOrd="0" parTransId="{4C0D37E7-4AE0-43C9-8552-2933EF2F350E}" sibTransId="{F4D39FBD-F8AD-4AD0-8796-724199B46EF2}"/>
    <dgm:cxn modelId="{2D02136E-3012-48C3-B245-D9D2305CDE6B}" type="presOf" srcId="{B641AB0C-9723-4E90-BA09-C0DAB4A3D9D3}" destId="{0F7C5AAD-50B8-4399-A0D2-5DB5BBD3B097}" srcOrd="0" destOrd="0" presId="urn:microsoft.com/office/officeart/2005/8/layout/StepDownProcess"/>
    <dgm:cxn modelId="{42081F6E-E042-46C8-A1D7-30DD3F1B20F9}" srcId="{BE009EBE-4F7B-469E-82CB-E98F8EDEC5F3}" destId="{7FD32C13-2549-4084-BA53-EE52AFC0D31B}" srcOrd="0" destOrd="0" parTransId="{48A34FC7-075D-49FA-968E-D8D4382921DA}" sibTransId="{98948DD1-D92E-489A-9D8E-81B4B42A0C95}"/>
    <dgm:cxn modelId="{E87AF151-10F1-455A-A529-5FC890F328A1}" srcId="{B641AB0C-9723-4E90-BA09-C0DAB4A3D9D3}" destId="{70B3EEAA-199B-4E5F-9381-4185BD64A66B}" srcOrd="0" destOrd="0" parTransId="{D78DD07B-BDB6-4AA6-9E33-0DB86134B69C}" sibTransId="{2E110FB8-84D2-44AC-BC1D-8774034B62E5}"/>
    <dgm:cxn modelId="{EE94F75A-3671-4AEB-8224-14C5392DB935}" type="presOf" srcId="{70B3EEAA-199B-4E5F-9381-4185BD64A66B}" destId="{53F2EDE7-7614-49BA-A99D-218D2A8584FA}" srcOrd="0" destOrd="0" presId="urn:microsoft.com/office/officeart/2005/8/layout/StepDownProcess"/>
    <dgm:cxn modelId="{7CC0BA7D-EF35-4058-893E-F45AA0516A93}" srcId="{DAC58892-CBD0-4635-82E8-FE1150C7296D}" destId="{9780E814-5070-48B0-9EBC-E5BF7BA9E639}" srcOrd="0" destOrd="0" parTransId="{439EE4A1-0755-4CD0-93FE-013346681CD9}" sibTransId="{4DB8F6EE-DBE1-42FB-B28C-528655E9137E}"/>
    <dgm:cxn modelId="{CA1B5E9E-7DC5-4B04-9565-D74B72F96EED}" type="presOf" srcId="{7FD32C13-2549-4084-BA53-EE52AFC0D31B}" destId="{CF820A88-E833-4418-B8BE-8B2D3497D2FC}" srcOrd="0" destOrd="0" presId="urn:microsoft.com/office/officeart/2005/8/layout/StepDownProcess"/>
    <dgm:cxn modelId="{34EFEDAE-2328-4751-AAF9-F607106E9603}" srcId="{BE009EBE-4F7B-469E-82CB-E98F8EDEC5F3}" destId="{B641AB0C-9723-4E90-BA09-C0DAB4A3D9D3}" srcOrd="2" destOrd="0" parTransId="{9B4B1686-4CE9-4226-903C-79134F8BB1F6}" sibTransId="{62545161-DF2E-4AA1-B092-CF3462ED7560}"/>
    <dgm:cxn modelId="{E7AAACB5-4BA3-4B12-A786-87A94426913E}" type="presOf" srcId="{DAC58892-CBD0-4635-82E8-FE1150C7296D}" destId="{7E97E6FE-8ABE-42DE-B106-0D86F6D872AC}" srcOrd="0" destOrd="0" presId="urn:microsoft.com/office/officeart/2005/8/layout/StepDownProcess"/>
    <dgm:cxn modelId="{B8C915F4-3143-4771-B2EC-21C77151C204}" type="presOf" srcId="{71E39ACA-7BC2-43BC-84B0-D5429FC54844}" destId="{BC43C2D5-4D44-4C47-BBF9-36BBDCE701DF}" srcOrd="0" destOrd="0" presId="urn:microsoft.com/office/officeart/2005/8/layout/StepDownProcess"/>
    <dgm:cxn modelId="{58AB4EF7-BE72-410A-8CA1-563F0A1C3722}" type="presParOf" srcId="{63FCB762-5D9C-4F9C-B824-97E12B614F6C}" destId="{637A102B-4DB6-493E-B6ED-10CF71474AF9}" srcOrd="0" destOrd="0" presId="urn:microsoft.com/office/officeart/2005/8/layout/StepDownProcess"/>
    <dgm:cxn modelId="{17BC858A-9801-4DBC-A06E-54ABCDF43017}" type="presParOf" srcId="{637A102B-4DB6-493E-B6ED-10CF71474AF9}" destId="{FB7C3104-ABEB-4238-9A09-8E9C32F59628}" srcOrd="0" destOrd="0" presId="urn:microsoft.com/office/officeart/2005/8/layout/StepDownProcess"/>
    <dgm:cxn modelId="{2E11375B-0EB0-4CE5-AB5E-AE1826A78627}" type="presParOf" srcId="{637A102B-4DB6-493E-B6ED-10CF71474AF9}" destId="{CF820A88-E833-4418-B8BE-8B2D3497D2FC}" srcOrd="1" destOrd="0" presId="urn:microsoft.com/office/officeart/2005/8/layout/StepDownProcess"/>
    <dgm:cxn modelId="{A45D928F-FC6E-4A5B-A9CF-B548CEA157DD}" type="presParOf" srcId="{637A102B-4DB6-493E-B6ED-10CF71474AF9}" destId="{BC43C2D5-4D44-4C47-BBF9-36BBDCE701DF}" srcOrd="2" destOrd="0" presId="urn:microsoft.com/office/officeart/2005/8/layout/StepDownProcess"/>
    <dgm:cxn modelId="{C73D5437-B045-43AF-AE34-9EE9D479C47D}" type="presParOf" srcId="{63FCB762-5D9C-4F9C-B824-97E12B614F6C}" destId="{3A000393-28FA-4A69-A689-095469712C62}" srcOrd="1" destOrd="0" presId="urn:microsoft.com/office/officeart/2005/8/layout/StepDownProcess"/>
    <dgm:cxn modelId="{E8DF8DEB-8D04-4CD9-A285-03B8EFF9CAD4}" type="presParOf" srcId="{63FCB762-5D9C-4F9C-B824-97E12B614F6C}" destId="{0109BF31-D617-4AB4-A63E-5F5C3D153BAC}" srcOrd="2" destOrd="0" presId="urn:microsoft.com/office/officeart/2005/8/layout/StepDownProcess"/>
    <dgm:cxn modelId="{B41A6467-A3B6-4DBB-89C7-B8592726A921}" type="presParOf" srcId="{0109BF31-D617-4AB4-A63E-5F5C3D153BAC}" destId="{A286B33F-3739-43EF-A98F-170793F706EB}" srcOrd="0" destOrd="0" presId="urn:microsoft.com/office/officeart/2005/8/layout/StepDownProcess"/>
    <dgm:cxn modelId="{0DCC1151-C45D-468F-8AE9-53C6192636F7}" type="presParOf" srcId="{0109BF31-D617-4AB4-A63E-5F5C3D153BAC}" destId="{7E97E6FE-8ABE-42DE-B106-0D86F6D872AC}" srcOrd="1" destOrd="0" presId="urn:microsoft.com/office/officeart/2005/8/layout/StepDownProcess"/>
    <dgm:cxn modelId="{D4FA2656-6220-4D28-82D9-B0A8F43A3C14}" type="presParOf" srcId="{0109BF31-D617-4AB4-A63E-5F5C3D153BAC}" destId="{E76DD36B-E8D8-4284-AC21-ECAA561E1079}" srcOrd="2" destOrd="0" presId="urn:microsoft.com/office/officeart/2005/8/layout/StepDownProcess"/>
    <dgm:cxn modelId="{39203DE9-D21A-4D13-B9FD-AC2761D69B0F}" type="presParOf" srcId="{63FCB762-5D9C-4F9C-B824-97E12B614F6C}" destId="{A2EA8A5F-8344-462F-92FA-1FA85B868A06}" srcOrd="3" destOrd="0" presId="urn:microsoft.com/office/officeart/2005/8/layout/StepDownProcess"/>
    <dgm:cxn modelId="{7207D5C8-1587-4497-B7DF-F6E63DF81519}" type="presParOf" srcId="{63FCB762-5D9C-4F9C-B824-97E12B614F6C}" destId="{BABBC4D3-BB3B-4693-813A-AC460E0E3868}" srcOrd="4" destOrd="0" presId="urn:microsoft.com/office/officeart/2005/8/layout/StepDownProcess"/>
    <dgm:cxn modelId="{250752E2-15DB-42A4-8F98-9B250C4D403A}" type="presParOf" srcId="{BABBC4D3-BB3B-4693-813A-AC460E0E3868}" destId="{0F7C5AAD-50B8-4399-A0D2-5DB5BBD3B097}" srcOrd="0" destOrd="0" presId="urn:microsoft.com/office/officeart/2005/8/layout/StepDownProcess"/>
    <dgm:cxn modelId="{03CB4899-D2BC-4B45-A2E5-B6F24598962A}" type="presParOf" srcId="{BABBC4D3-BB3B-4693-813A-AC460E0E3868}" destId="{53F2EDE7-7614-49BA-A99D-218D2A8584FA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7C3104-ABEB-4238-9A09-8E9C32F59628}">
      <dsp:nvSpPr>
        <dsp:cNvPr id="0" name=""/>
        <dsp:cNvSpPr/>
      </dsp:nvSpPr>
      <dsp:spPr>
        <a:xfrm rot="5400000">
          <a:off x="445009" y="1583167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820A88-E833-4418-B8BE-8B2D3497D2FC}">
      <dsp:nvSpPr>
        <dsp:cNvPr id="0" name=""/>
        <dsp:cNvSpPr/>
      </dsp:nvSpPr>
      <dsp:spPr>
        <a:xfrm>
          <a:off x="74048" y="31045"/>
          <a:ext cx="2357070" cy="164987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SQuAD</a:t>
          </a:r>
          <a:r>
            <a:rPr lang="en-US" sz="3000" kern="1200" dirty="0"/>
            <a:t> Dataset Generation</a:t>
          </a:r>
        </a:p>
      </dsp:txBody>
      <dsp:txXfrm>
        <a:off x="154603" y="111600"/>
        <a:ext cx="2195960" cy="1488762"/>
      </dsp:txXfrm>
    </dsp:sp>
    <dsp:sp modelId="{BC43C2D5-4D44-4C47-BBF9-36BBDCE701DF}">
      <dsp:nvSpPr>
        <dsp:cNvPr id="0" name=""/>
        <dsp:cNvSpPr/>
      </dsp:nvSpPr>
      <dsp:spPr>
        <a:xfrm>
          <a:off x="2431119" y="188398"/>
          <a:ext cx="1714308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Llam3B instruct GAI</a:t>
          </a:r>
        </a:p>
      </dsp:txBody>
      <dsp:txXfrm>
        <a:off x="2431119" y="188398"/>
        <a:ext cx="1714308" cy="1333500"/>
      </dsp:txXfrm>
    </dsp:sp>
    <dsp:sp modelId="{A286B33F-3739-43EF-A98F-170793F706EB}">
      <dsp:nvSpPr>
        <dsp:cNvPr id="0" name=""/>
        <dsp:cNvSpPr/>
      </dsp:nvSpPr>
      <dsp:spPr>
        <a:xfrm rot="5400000">
          <a:off x="2399271" y="3436519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97E6FE-8ABE-42DE-B106-0D86F6D872AC}">
      <dsp:nvSpPr>
        <dsp:cNvPr id="0" name=""/>
        <dsp:cNvSpPr/>
      </dsp:nvSpPr>
      <dsp:spPr>
        <a:xfrm>
          <a:off x="2028310" y="1884397"/>
          <a:ext cx="2357070" cy="164987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Baseline Model</a:t>
          </a:r>
        </a:p>
      </dsp:txBody>
      <dsp:txXfrm>
        <a:off x="2108865" y="1964952"/>
        <a:ext cx="2195960" cy="1488762"/>
      </dsp:txXfrm>
    </dsp:sp>
    <dsp:sp modelId="{E76DD36B-E8D8-4284-AC21-ECAA561E1079}">
      <dsp:nvSpPr>
        <dsp:cNvPr id="0" name=""/>
        <dsp:cNvSpPr/>
      </dsp:nvSpPr>
      <dsp:spPr>
        <a:xfrm>
          <a:off x="4385381" y="2041750"/>
          <a:ext cx="1714308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BETO for QA</a:t>
          </a:r>
        </a:p>
      </dsp:txBody>
      <dsp:txXfrm>
        <a:off x="4385381" y="2041750"/>
        <a:ext cx="1714308" cy="1333500"/>
      </dsp:txXfrm>
    </dsp:sp>
    <dsp:sp modelId="{0F7C5AAD-50B8-4399-A0D2-5DB5BBD3B097}">
      <dsp:nvSpPr>
        <dsp:cNvPr id="0" name=""/>
        <dsp:cNvSpPr/>
      </dsp:nvSpPr>
      <dsp:spPr>
        <a:xfrm>
          <a:off x="3982572" y="3737748"/>
          <a:ext cx="2357070" cy="164987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Fine Tuning</a:t>
          </a:r>
        </a:p>
      </dsp:txBody>
      <dsp:txXfrm>
        <a:off x="4063127" y="3818303"/>
        <a:ext cx="2195960" cy="1488762"/>
      </dsp:txXfrm>
    </dsp:sp>
    <dsp:sp modelId="{53F2EDE7-7614-49BA-A99D-218D2A8584FA}">
      <dsp:nvSpPr>
        <dsp:cNvPr id="0" name=""/>
        <dsp:cNvSpPr/>
      </dsp:nvSpPr>
      <dsp:spPr>
        <a:xfrm>
          <a:off x="6339643" y="3895101"/>
          <a:ext cx="1714308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Adapt Model to Real Documents</a:t>
          </a:r>
        </a:p>
      </dsp:txBody>
      <dsp:txXfrm>
        <a:off x="6339643" y="3895101"/>
        <a:ext cx="1714308" cy="1333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FE4B-913F-3806-E4F8-E3B8A6A2B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14661-19E8-5F02-A97E-37996B8C4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DA8E0-907B-B323-4A0F-8D29F9AE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F209-4607-414E-8E62-9696B323724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761FA-6E25-3945-175E-B4952026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EB91D-B590-2B3E-E002-CA52FC85C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A788-5A37-4A3C-99CC-4ACF9062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5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B299-E99E-7B2E-5EF8-D620D5DBE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4C6F9-E45D-4BFD-BD99-5B937012F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28F59-72BB-8DD7-C44E-1E7FB45A9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F209-4607-414E-8E62-9696B323724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3FCC6-A9C7-99E2-51F3-064CEB735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F153C-D43A-7384-E4C6-1A1ECBB4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A788-5A37-4A3C-99CC-4ACF9062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5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D2AB-D487-ADF7-61C7-2E2079F3F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67448-8782-9B78-73BF-C7D515721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F4C5C-B921-F1D1-466A-AE3A61AAD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F209-4607-414E-8E62-9696B323724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573AE-5645-F02C-E8AB-E1BCE32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9022C-7F52-3065-8D90-7F1D8848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A788-5A37-4A3C-99CC-4ACF9062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2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A0E1-0011-48FE-176B-61064DE0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88033-8B9D-E98F-1FDB-696EBCC18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BC2860-FEAD-D2B6-AE0C-6F61148EC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604C9-6622-6E1A-6BF5-A24E84126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F209-4607-414E-8E62-9696B323724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BE16E-7F9E-7C1E-CF35-3B451832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7B07B-887D-CDA0-5916-3FD76C2F3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A788-5A37-4A3C-99CC-4ACF9062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5F2ED-D3F4-4A1C-8F9B-038C1A11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FE181-B107-644A-39EF-1B7875A08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B53D45-1B94-722B-3267-820784962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2E9A55-DBC6-83E8-3EEC-8B9D78A39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E2564E-A41E-0FAF-1EA1-B2A4064AE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C8D95-5EAA-F194-9F63-1FFAC67E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F209-4607-414E-8E62-9696B323724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216CE9-7493-6990-C9EA-55A6DD374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FE20B-7929-4D1C-D680-FB06117EB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A788-5A37-4A3C-99CC-4ACF9062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7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D69E-81F9-A18D-B7B6-04D0C3117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23DCA-546F-D5CE-91C9-C17164D66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F209-4607-414E-8E62-9696B323724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4E39C7-DF52-A9AB-EFE8-1F96FF800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C929E-AC4C-B14D-8350-722D757C8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A788-5A37-4A3C-99CC-4ACF9062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71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CE29F-8735-2DB5-96FA-99685624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F209-4607-414E-8E62-9696B323724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0FCF7B-3625-153D-E933-99322E5C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4D62C-B69B-7039-2CE7-71831AC3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A788-5A37-4A3C-99CC-4ACF9062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06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417B-9C14-D441-2C16-739F31678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5D80C-9D47-B8C1-5069-FEEB10FDE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684CB-00B1-FDA2-59DA-007832F89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FBE39-3522-965D-0996-72347A75E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F209-4607-414E-8E62-9696B323724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986EE-384E-A236-CA41-48574F616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B5889-DE42-185D-9F73-594DEF8A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A788-5A37-4A3C-99CC-4ACF9062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1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5CD0C-25CF-99EB-DF72-B5063FC91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C5340B-2AEC-3464-AFA1-1337A4176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48911-A6E6-F83A-0B80-C66945C8A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01583-F204-7E82-6A9E-C64EE4B16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F209-4607-414E-8E62-9696B323724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81F30-00A3-6160-424A-87EA5A46F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283BA-3936-F8D5-6534-AFE5FDB1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A788-5A37-4A3C-99CC-4ACF9062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73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C847-AC95-DCB3-090D-D1C3B827B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4A637-AB4F-F436-486D-BE9C516C4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B1FD-6486-EDA6-937E-E48BD5C4A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F209-4607-414E-8E62-9696B323724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EED43-69D4-747C-E4F0-111822A64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188EF-35A8-713C-8074-B89312A3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A788-5A37-4A3C-99CC-4ACF9062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30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12D6BF-E294-C73A-98E0-0548F41F7C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DD51F-5E74-9B12-85CE-B1BD040F8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4F7B-E8FD-AC0D-F807-A29F8F740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F209-4607-414E-8E62-9696B323724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01286-5A0E-0E6C-D265-7ABD6784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6011D-8A93-732B-6124-2BBC1958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A788-5A37-4A3C-99CC-4ACF9062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3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A09A92-0A5A-D7D3-FD93-4244E368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4CFCC-0825-FEDB-ABF1-D08F8F0B1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433A1-89EF-6E15-70EF-65647D089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7F209-4607-414E-8E62-9696B323724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99083-A4AF-A209-E643-A7D01AB88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0EAB3-071D-CBF9-EEA5-29A5204F3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A2A788-5A37-4A3C-99CC-4ACF9062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3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B8BE6D8-AB21-18D8-5ACC-CC6E39AD59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912231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6729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5019A150-9AEA-12EA-7A2C-A636F99D1637}"/>
              </a:ext>
            </a:extLst>
          </p:cNvPr>
          <p:cNvSpPr/>
          <p:nvPr/>
        </p:nvSpPr>
        <p:spPr>
          <a:xfrm>
            <a:off x="1651378" y="1228300"/>
            <a:ext cx="1406453" cy="139691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Robbery Documents</a:t>
            </a:r>
          </a:p>
        </p:txBody>
      </p:sp>
      <p:pic>
        <p:nvPicPr>
          <p:cNvPr id="4" name="Picture 3" descr="A llama with a sign&#10;&#10;AI-generated content may be incorrect.">
            <a:extLst>
              <a:ext uri="{FF2B5EF4-FFF2-40B4-BE49-F238E27FC236}">
                <a16:creationId xmlns:a16="http://schemas.microsoft.com/office/drawing/2014/main" id="{6E262032-184F-A0D9-ECFF-C396B80483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078"/>
          <a:stretch>
            <a:fillRect/>
          </a:stretch>
        </p:blipFill>
        <p:spPr>
          <a:xfrm>
            <a:off x="4100016" y="1078641"/>
            <a:ext cx="2176819" cy="1696229"/>
          </a:xfrm>
          <a:prstGeom prst="rect">
            <a:avLst/>
          </a:prstGeom>
        </p:spPr>
      </p:pic>
      <p:sp>
        <p:nvSpPr>
          <p:cNvPr id="5" name="Cylinder 4">
            <a:extLst>
              <a:ext uri="{FF2B5EF4-FFF2-40B4-BE49-F238E27FC236}">
                <a16:creationId xmlns:a16="http://schemas.microsoft.com/office/drawing/2014/main" id="{FCB96082-EF16-2EFF-FC84-6574FE5D2DA7}"/>
              </a:ext>
            </a:extLst>
          </p:cNvPr>
          <p:cNvSpPr/>
          <p:nvPr/>
        </p:nvSpPr>
        <p:spPr>
          <a:xfrm>
            <a:off x="7217798" y="1240810"/>
            <a:ext cx="1406453" cy="139691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SQuAD</a:t>
            </a:r>
            <a:r>
              <a:rPr lang="en-US" dirty="0"/>
              <a:t> Robbery Dataset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2128491-8EF0-C6A1-A890-935C53F9F90A}"/>
              </a:ext>
            </a:extLst>
          </p:cNvPr>
          <p:cNvSpPr/>
          <p:nvPr/>
        </p:nvSpPr>
        <p:spPr>
          <a:xfrm>
            <a:off x="3159053" y="1736899"/>
            <a:ext cx="940963" cy="3797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3A87D27-8D64-673D-D7CE-89DDB1493E88}"/>
              </a:ext>
            </a:extLst>
          </p:cNvPr>
          <p:cNvSpPr/>
          <p:nvPr/>
        </p:nvSpPr>
        <p:spPr>
          <a:xfrm>
            <a:off x="6096000" y="1749410"/>
            <a:ext cx="940963" cy="3797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DA08314-37A2-D74D-26F9-8E0AE32D8189}"/>
              </a:ext>
            </a:extLst>
          </p:cNvPr>
          <p:cNvSpPr/>
          <p:nvPr/>
        </p:nvSpPr>
        <p:spPr>
          <a:xfrm rot="5400000">
            <a:off x="7450542" y="3041187"/>
            <a:ext cx="940963" cy="3797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90AF5D1-D8EC-95C9-E58B-1BD2D02D2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219" y="3701526"/>
            <a:ext cx="2819607" cy="205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143BA6C0-7CB2-CFA3-7EB2-6CBE08354049}"/>
              </a:ext>
            </a:extLst>
          </p:cNvPr>
          <p:cNvSpPr/>
          <p:nvPr/>
        </p:nvSpPr>
        <p:spPr>
          <a:xfrm>
            <a:off x="9109587" y="4349892"/>
            <a:ext cx="940963" cy="3797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BF85D0-CDC6-280C-A578-6DCA519203F3}"/>
              </a:ext>
            </a:extLst>
          </p:cNvPr>
          <p:cNvSpPr/>
          <p:nvPr/>
        </p:nvSpPr>
        <p:spPr>
          <a:xfrm>
            <a:off x="10156723" y="3969478"/>
            <a:ext cx="1366683" cy="1140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Fine Tuning</a:t>
            </a:r>
          </a:p>
          <a:p>
            <a:pPr algn="ctr"/>
            <a:r>
              <a:rPr lang="en-US" dirty="0"/>
              <a:t>F1-Score 82.88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F94BE3F-B404-1DBA-ED9F-9D218EF97892}"/>
              </a:ext>
            </a:extLst>
          </p:cNvPr>
          <p:cNvSpPr/>
          <p:nvPr/>
        </p:nvSpPr>
        <p:spPr>
          <a:xfrm rot="19024522">
            <a:off x="8996506" y="3320184"/>
            <a:ext cx="940963" cy="3797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187744-4BEF-847C-EFC0-64424339DBFB}"/>
              </a:ext>
            </a:extLst>
          </p:cNvPr>
          <p:cNvSpPr/>
          <p:nvPr/>
        </p:nvSpPr>
        <p:spPr>
          <a:xfrm>
            <a:off x="9857280" y="2181269"/>
            <a:ext cx="1366683" cy="1140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 Line</a:t>
            </a:r>
          </a:p>
          <a:p>
            <a:pPr algn="ctr"/>
            <a:r>
              <a:rPr lang="en-US" dirty="0"/>
              <a:t>F1-Score 81.70</a:t>
            </a:r>
          </a:p>
        </p:txBody>
      </p:sp>
    </p:spTree>
    <p:extLst>
      <p:ext uri="{BB962C8B-B14F-4D97-AF65-F5344CB8AC3E}">
        <p14:creationId xmlns:p14="http://schemas.microsoft.com/office/powerpoint/2010/main" val="2111634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31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LENIN GONZALO FALCONI ESTRADA</dc:creator>
  <cp:lastModifiedBy>LENIN GONZALO FALCONI ESTRADA</cp:lastModifiedBy>
  <cp:revision>1</cp:revision>
  <dcterms:created xsi:type="dcterms:W3CDTF">2025-07-21T22:26:03Z</dcterms:created>
  <dcterms:modified xsi:type="dcterms:W3CDTF">2025-07-21T23:22:12Z</dcterms:modified>
</cp:coreProperties>
</file>